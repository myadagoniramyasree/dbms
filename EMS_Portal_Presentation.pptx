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-884" y="-2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C7793-E2F9-4979-8C33-4A128AA8A66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10FF0-3C60-47A8-99C6-43CB6F819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47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4114800" cy="4114800"/>
          </a:xfrm>
          <a:prstGeom prst="ellipse">
            <a:avLst/>
          </a:prstGeom>
          <a:solidFill>
            <a:srgbClr val="26347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PORTAL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Microservices-Based Employee Attendance,</a:t>
            </a:r>
            <a:endParaRPr lang="en-US" sz="3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Payroll Management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498" y="62267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INTRODUCTION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15279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Digitizing Human Resource Operations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992105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organization must track attendance, manage leave, and process payroll accurately and on time.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Most HR teams still rely on spreadsheets, paper forms, or disconnected tools, making these processes slow, error-prone, and hard to audit.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EMS Portal is a full-stack, role-based platform that brings employee registration, attendance, leave, approvals, and payroll into one connected system — built with a microservices architecture for scalability and real-world engineering practice.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84708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3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0" y="173736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Microservices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3154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32644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8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78240" y="315468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Portal Modules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0" y="4572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468172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2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78240" y="45720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Data Stores (SQL + NoSQL)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ABSTRACT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B1F3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Summary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572000"/>
          </a:xfrm>
          <a:prstGeom prst="roundRect">
            <a:avLst>
              <a:gd name="adj" fmla="val 2400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8896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Manual, spreadsheet-based HR workflows are slow, error-prone, and lack auditability — causing delayed leave approvals, inaccurate attendance-linked salary calculations, and poor visibility into workforce trends.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 replaces these with a role-based, API-driven platform covering employee registration, attendance tracking, leave lifecycle management, approvals, and payroll processing.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system integrates MySQL and MongoDB, exposes REST APIs built with Node.js/Express, Spring Boot and FastAPI, and evolves from a monolith into independently deployable microservices (Auth, Leave/Attendance, Payroll/Analytics) communicating via REST and Kafka.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final system is containerized with Docker, documented using the C4 model, deployed via CI/CD, and demonstrated live end-to-end from the React.js frontend to every backend service.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900" kern="0" spc="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sz="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898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PROBLEM STATEMENT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41589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Why Current HR Processes Fall Short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8342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5" name="Shape 3"/>
          <p:cNvSpPr/>
          <p:nvPr/>
        </p:nvSpPr>
        <p:spPr>
          <a:xfrm>
            <a:off x="832741" y="1721165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211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3870" y="2279677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Manual &amp; Fragmented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8188" y="2709263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Attendance, leave, and payroll are tracked across spreadsheets or separate tools with no single source of truth.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48342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10" name="Shape 8"/>
          <p:cNvSpPr/>
          <p:nvPr/>
        </p:nvSpPr>
        <p:spPr>
          <a:xfrm>
            <a:off x="4736592" y="1721165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809016" y="17211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18668" y="2261571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Slow Approvals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2691157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Leave requests pass through email or paper, delaying decisions and creating bottlenecks for managers.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148342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22754" y="1721165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577072" y="17211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22936" y="2243465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Payroll Errors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86307" y="2691157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Salary calculations tied to attendance are done manually, increasing the risk of costly mistakes.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13518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741" y="4372925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729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3870" y="48861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 Auditability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7241" y="531575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Without logged, role-based actions, it's difficult to trace who approved what, or when.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80560" y="413518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4168" y="43638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43729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10032" y="486806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Zero Real-Time Visibility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82456" y="533386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Admins lack dashboards to see attendance trends or team-level patterns as they happen.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4135181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0860" y="4372925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3729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04830" y="4877119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Not Built to Scale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77254" y="527954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Legacy tools and single-server apps struggle as headcount and HR complexity grow.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8147" y="650083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kern="0" spc="2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77295" y="64827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897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MODULES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11579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3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System Modules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197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057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057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19349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Employee Registration &amp; Roles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83357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Admin/employee onboarding with role-based access control.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56432" y="146197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169057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169057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85032" y="219349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Attendance Tracking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85032" y="283357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Daily attendance capture and monthly working/present-day records.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72784" y="146197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1384" y="169057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169057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01384" y="219349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Leave Lifecycle Management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01384" y="283357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Apply, track, and manage leave, sick, earned, and half-day requests.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89136" y="146197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17736" y="169057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317736" y="169057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17736" y="219349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Requests &amp; Approvals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17736" y="283357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Unified request submission with admin approve/reject workflows.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88513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11373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1137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8680" y="461665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Payroll Processing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525673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Salary computation automatically linked to attendance records.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56432" y="388513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5032" y="411373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85032" y="41137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85032" y="461665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Search &amp; Filters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85032" y="525673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Quick lookup of employees, requests, and records by name, code, or status.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72784" y="388513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01384" y="411373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41137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01384" y="461665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Notifications &amp; Audit Log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01384" y="525673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MongoDB-backed activity logging for traceability and alerts.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89136" y="3885131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17736" y="411373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1137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317736" y="4616651"/>
            <a:ext cx="2130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Analytics Dashboard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317736" y="525673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Chart.js-powered KPIs and attendance/leave trend visualizations.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30829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77295" y="630829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2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SYSTEM ARCHITECTURE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9461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From Monolith to Microservices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3644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6112" y="16741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6112" y="1674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3051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Core Service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716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Node.js/Express + MySQL — employees, attendance, leave, approvals, and JWT-based authentication.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43644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36592" y="16741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36592" y="1674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23051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MongoDB Audit Log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2716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create, update, and approval action is logged to MongoDB for traceability and notifications.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143644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77072" y="16741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77072" y="1674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0" y="230512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Kafka Events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0" y="2716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Request status changes are published asynchronously so other services can react in real time.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08820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" y="43259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4325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956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Analytics Service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53683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FastAPI + Pydantic microservice — KPIs, attendance trends, and semantic search over leave history.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80560" y="408820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36592" y="43259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36592" y="4325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0" y="4956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Payroll Service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0" y="53683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Spring Boot microservice — computes salary by calling Core Service over REST.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4088208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77072" y="432595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77072" y="4325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95360" y="49568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Docker Compose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95360" y="53683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service runs in its own container, wired together and started with one command.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87928" y="64039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643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SYLLABUS MAPPING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9447" y="654111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Where Each Course Outcome Is Covered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1087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6112" y="174862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6112" y="174862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188165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CO1 </a:t>
            </a: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— SQL + NoSQL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7565" y="25890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MySQL (Sequelize) for employees/attendance/requests, MongoDB for audit logs — both integrated in the same backend.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51087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36592" y="174862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36592" y="174862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22981" y="2209431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CO2 — Vector Search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2599645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vector-store-based semantic search (FastAPI) finds related leave requests by meaning, not just keywords.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151087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77072" y="174862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77072" y="174862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74094" y="2166899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CO3 — FastAPI + Pydantic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0" y="25890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analytics-service uses Pydantic validation, JWT auth via dependency injection, and auto-generated OpenAPI docs.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416263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" y="440038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440038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3767" y="491435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CO4 — Node.js/Express + Spring Boot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53683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core-service (Node/Express) and payroll-service (Spring Boot) are both real, independently running backends.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80560" y="416263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36592" y="440038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36592" y="440038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33614" y="4839925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CO5 — Microservices + Kafka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0" y="5293937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monolith is split into 3 bounded-context services, communicating over REST and async Kafka events.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4162639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263476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77072" y="4400383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77072" y="440038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63461" y="4861191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CO6 — Docker + Deployment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95360" y="5251405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Every service has its own Dockerfile and docker-compose.yml, ready for containerized deployment.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55285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77295" y="64890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8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4035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kern="0" spc="30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APPLICATION WALKTHROUGH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96643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1B1F3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What Each Screen Does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4703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72247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0579" y="172247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6781" y="2097794"/>
            <a:ext cx="2130552" cy="438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Login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9313" y="2503948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Role-based sign-in (Admin / Employee) issuing a real JWT token on successful authentication.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56432" y="154703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3133" y="169057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85032" y="167993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21234" y="2087161"/>
            <a:ext cx="2130552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Dashboard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85032" y="251458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KPI cards, attendance charts, and a quick view of pending approvals and recent requests.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72784" y="154703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0118" y="167993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12017" y="167993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37586" y="2055262"/>
            <a:ext cx="2130552" cy="42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Employees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01384" y="2493315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Admin view to add, edit, and remove employees — writes directly to the MySQL database.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89136" y="154703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17736" y="167993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39002" y="167993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53938" y="2076528"/>
            <a:ext cx="2130552" cy="422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Attendance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17736" y="2514581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Mark monthly working/present days per employee; auto-calculates attendance percentage.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97019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4882" y="414563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5515" y="4124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3616" y="4542220"/>
            <a:ext cx="2130552" cy="4869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Leave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6781" y="4959007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Employees apply for leave with type, dates, and reason; tracks allowance used vs. available</a:t>
            </a:r>
            <a:r>
              <a:rPr lang="en-US" sz="1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56432" y="397019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63766" y="41243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85032" y="41349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21234" y="4520954"/>
            <a:ext cx="2130552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Requests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85032" y="496964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unified view of all request types (leave, WFH, permission) with live status tracking.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72784" y="397019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80118" y="413499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01384" y="41456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73788" y="4520954"/>
            <a:ext cx="2130552" cy="465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Approvals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01384" y="4990906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Admin-only screen to approve or reject pending requests individually or all at once.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89136" y="3970195"/>
            <a:ext cx="2587752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296470" y="415626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/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317736" y="41456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275204" y="4531587"/>
            <a:ext cx="2130552" cy="444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Profile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307103" y="4959007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View and edit personal details, salary info, and attendance history for the logged-in user.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39335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kern="0" spc="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77295" y="639335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9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kern="0" spc="30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REQUIREMENTS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B1F3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Hardware &amp; Software Requirements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pPr algn="just">
              <a:lnSpc>
                <a:spcPct val="150000"/>
              </a:lnSpc>
            </a:pP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kern="0" spc="150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HARDWARE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Processor : </a:t>
            </a: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Intel i5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RAM : </a:t>
            </a: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8 GB minimum (16 GB recommended for Docker + multiple services)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Storage : </a:t>
            </a: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20 GB free disk space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Stable internet connection for package installs and API testing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80760" y="160020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  <p:txBody>
          <a:bodyPr/>
          <a:lstStyle/>
          <a:p>
            <a:pPr algn="just">
              <a:lnSpc>
                <a:spcPct val="150000"/>
              </a:lnSpc>
            </a:pP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kern="0" spc="15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SOFTWARE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Frontend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React.js, Chart.js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Backend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Node.js/Express, Spring Boot, </a:t>
            </a:r>
            <a:r>
              <a:rPr lang="en-US" sz="1600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FastAPI</a:t>
            </a: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;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Databases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MySQL (Sequelize), MongoDB, pgvector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Messaging &amp; </a:t>
            </a:r>
            <a:r>
              <a:rPr lang="en-US" sz="1600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Auth</a:t>
            </a: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Apache Kafka, REST APIs, JWT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DevOps</a:t>
            </a: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Docker, CI/CD pipeline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Documentation : 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OpenAPI / Swagger, C4 model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50" kern="0" spc="20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10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07266" y="4401891"/>
            <a:ext cx="5486400" cy="5486400"/>
          </a:xfrm>
          <a:prstGeom prst="ellipse">
            <a:avLst/>
          </a:prstGeom>
          <a:solidFill>
            <a:srgbClr val="263476"/>
          </a:solidFill>
          <a:ln/>
        </p:spPr>
        <p:txBody>
          <a:bodyPr/>
          <a:lstStyle/>
          <a:p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846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CONCLUSION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771074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A Production-Grade Approach to HR Digitization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728846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 takes a fragmented, manual HR process and rebuilds it as a connected, role-based digital platform — covering attendance, leave, approvals, and payroll end to end.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By combining SQL and NoSQL data models, multiple backend frameworks, a monolith-to-microservices evolution, and containerized CI/CD deployment, the project delivers not just a working application but hands-on experience with the architectural patterns used in real production systems.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result is a scalable, auditable, and analytics-driven HR system ready for real-world deployment.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46778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EMS PORTAL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77295" y="646778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7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11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1132</Words>
  <Application>Microsoft Office PowerPoint</Application>
  <PresentationFormat>Custom</PresentationFormat>
  <Paragraphs>181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2026-08-22T05:18:03Z</dcterms:created>
  <dcterms:modified xsi:type="dcterms:W3CDTF">2026-10-02T15:27:15Z</dcterms:modified>
</cp:coreProperties>
</file>